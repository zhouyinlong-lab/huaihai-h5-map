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1371600" lvl="3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20.svg"/><Relationship Id="rId13" Type="http://schemas.openxmlformats.org/officeDocument/2006/relationships/image" Target="../media/image19.png"/><Relationship Id="rId12" Type="http://schemas.openxmlformats.org/officeDocument/2006/relationships/image" Target="../media/image18.svg"/><Relationship Id="rId11" Type="http://schemas.openxmlformats.org/officeDocument/2006/relationships/image" Target="../media/image17.png"/><Relationship Id="rId10" Type="http://schemas.openxmlformats.org/officeDocument/2006/relationships/image" Target="../media/image16.sv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50000"/>
                </a:srgbClr>
              </a:gs>
              <a:gs pos="70000">
                <a:srgbClr val="000000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2286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铸魂励志·思想领航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556000"/>
            <a:ext cx="1016000" cy="508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393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淮海战役红色文化数字化传播实践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000000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561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孟巍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14074">
            <a:off x="4318000" y="58992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826000" y="561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指导老师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龙霄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潇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5314074">
            <a:off x="7874000" y="58992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8382000" y="5613400"/>
            <a:ext cx="279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汇报日期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2026年6月18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68748">
            <a:off x="1460500" y="29146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000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349500" y="2222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实践主题与背景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349500" y="27940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紧扣时代命题阐述选题深层意义，深入剖析当前红色文化传播在传播载体、受众接受度及叙事方式上面临的现实困境与挑战。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03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203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04000" y="2159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68748">
            <a:off x="7048500" y="29146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000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937500" y="2222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实践方案与进度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937500" y="27940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系统介绍“实地调研-内容制作-多元传播”三位一体的实施路径，细化各阶段关键任务节点，明确时间规划与人员分工安排。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4318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68748">
            <a:off x="1460500" y="50736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000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2349500" y="4381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核心成果展示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349500" y="49530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重点呈现“淮海战役红色遗址H5交互地图”的创新设计思路，展示沉浸式体验、互动叙事等功能亮点与视觉呈现效果。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4191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50000" y="419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604000" y="4318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68748">
            <a:off x="7048500" y="50736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000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937500" y="4381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预期成果与价值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937500" y="49530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量化展示实践产出的多元成果，深入阐明项目在活化红色资源、传承红色基因、增强青年群体红色文化认同方面的社会价值。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实践主题与背景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C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2794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39800" y="18542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选题背景与意义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609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淮海战役是解放战争中规模最大、歼敌最多的战役之一，徐州作为核心战场，留存有淮海烈士纪念塔、纪念馆等重要红色遗址，蕴含着深厚的爱国主义精神与革命文化资源，是极具挖掘价值的红色教育富矿。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7161">
            <a:off x="762007" y="38036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62000" y="4064000"/>
            <a:ext cx="50800" cy="2794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39800" y="40132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现实传播困境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2857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当前红色文化传播仍以纸质展陈、静态图文为主，形式传统刻板，难以触达青年群体；且各遗址信息分散，缺乏数字化整合，无法形成完整的历史叙事链条。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77821">
            <a:off x="2825750" y="510542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000500" y="4064000"/>
            <a:ext cx="50800" cy="2794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178300" y="40132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项目核心立意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000500" y="4572000"/>
            <a:ext cx="2857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立足徐州红色资源，构建“淮海战役红色遗址交互地图”，以数字化手段重构叙事，探索“实地调研—数字产品—线下宣讲”三位一体的传播路径，激活青年文化认同。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rcRect t="2083" b="2083"/>
          <a:stretch>
            <a:fillRect/>
          </a:stretch>
        </p:blipFill>
        <p:spPr>
          <a:xfrm>
            <a:off x="7366000" y="2032000"/>
            <a:ext cx="4064000" cy="2921000"/>
          </a:xfrm>
          <a:prstGeom prst="rect">
            <a:avLst/>
          </a:prstGeom>
          <a:noFill/>
          <a:ln w="12700" cap="flat" cmpd="sng">
            <a:solidFill>
              <a:srgbClr val="C00000">
                <a:alpha val="20000"/>
              </a:srgbClr>
            </a:solidFill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7366000" y="5270500"/>
            <a:ext cx="4064000" cy="1016000"/>
          </a:xfrm>
          <a:prstGeom prst="roundRect">
            <a:avLst>
              <a:gd name="adj" fmla="val 0"/>
            </a:avLst>
          </a:prstGeom>
          <a:solidFill>
            <a:srgbClr val="C000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493000" y="53975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淮海战役烈士纪念塔庄严肃穆，是徐州红色文化的精神地标。我们以此为核心，串联周边遗址，打造可感知、可互动的红色数字记忆空间。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实践方案与进度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10257" r="10257"/>
          <a:stretch>
            <a:fillRect/>
          </a:stretch>
        </p:blipFill>
        <p:spPr>
          <a:xfrm>
            <a:off x="762000" y="1651000"/>
            <a:ext cx="4318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实地调研核心地点为淮海战役纪念馆，团队通过沉浸式参观、半结构化访谈等方式，采集珍贵的历史影像与口述史料，为后续成果制作奠定坚实基础。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450">
            <a:off x="3111500" y="3930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000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588000" y="1651000"/>
            <a:ext cx="5842000" cy="1460500"/>
          </a:xfrm>
          <a:prstGeom prst="roundRect">
            <a:avLst>
              <a:gd name="adj" fmla="val 0"/>
            </a:avLst>
          </a:prstGeom>
          <a:solidFill>
            <a:srgbClr val="C0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588000" y="1651000"/>
            <a:ext cx="76200" cy="1460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778500" y="1714500"/>
            <a:ext cx="552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第一阶段：资料收集与田野调研（7月上旬）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7902">
            <a:off x="5778507" y="2152650"/>
            <a:ext cx="552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5778500" y="2260600"/>
            <a:ext cx="552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深入淮海烈士纪念塔、纪念馆等地开展实地调研，系统梳理历史沿革与战役节点；通过半结构化访谈记录亲历者口述史，形成完整的文字、音视频基础素材库。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588000" y="3365500"/>
            <a:ext cx="5842000" cy="1460500"/>
          </a:xfrm>
          <a:prstGeom prst="roundRect">
            <a:avLst>
              <a:gd name="adj" fmla="val 0"/>
            </a:avLst>
          </a:prstGeom>
          <a:solidFill>
            <a:srgbClr val="C0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588000" y="3365500"/>
            <a:ext cx="76200" cy="1460500"/>
          </a:xfrm>
          <a:prstGeom prst="roundRect">
            <a:avLst>
              <a:gd name="adj" fmla="val 0"/>
            </a:avLst>
          </a:prstGeom>
          <a:solidFill>
            <a:srgbClr val="C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778500" y="3429000"/>
            <a:ext cx="552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第二阶段：核心成果制作（7月中旬-8月上旬）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7902">
            <a:off x="5778507" y="3867150"/>
            <a:ext cx="552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5778500" y="3975100"/>
            <a:ext cx="552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基于调研史料开发“淮海战役红色遗址H5交互地图”，融合图文介绍、历史影像与实景拍摄短视频，以数字化手段生动呈现红色文化，打造可互动、可传播的核心成果。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588000" y="5080000"/>
            <a:ext cx="5842000" cy="1460500"/>
          </a:xfrm>
          <a:prstGeom prst="roundRect">
            <a:avLst>
              <a:gd name="adj" fmla="val 0"/>
            </a:avLst>
          </a:prstGeom>
          <a:solidFill>
            <a:srgbClr val="C0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588000" y="508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C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778500" y="5143500"/>
            <a:ext cx="552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第三阶段：宣讲与传播（8月中旬）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7902">
            <a:off x="5778507" y="5581650"/>
            <a:ext cx="552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5778500" y="5689600"/>
            <a:ext cx="552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面向徐州中小学及社区开展线下沉浸式宣讲，利用H5地图辅助讲解；同步将短视频分发至视频号、B站等平台，通过线上线下联动扩大红色文化传播覆盖面与影响力。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核心成果展示：H5交互地图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C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49400" y="231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设计理念：沉浸探索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211">
            <a:off x="10160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302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以青年喜闻乐见的交互形式，打造集地图导览、史料查询、短视频观看于一体的数字化平台。摒弃枯燥说教，让用户在主动探索中穿越历史现场，沉浸式感受红色文化的厚重与魅力。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942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C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942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2349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81600" y="231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核心功能：多维呈现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211">
            <a:off x="46482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48200" y="3302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以遗址为地理节点串联战役脉络，支持自主探索；节点嵌入珍贵历史图文与照片，还原真实细节；配套2-3分钟访谈与实景结合的短视频，生动讲述遗址背后鲜为人知的故事。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264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C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0264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349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813800" y="231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创新亮点：焕新传播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211">
            <a:off x="82804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80400" y="3302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打破传统线性阅读，实现用户主导的非线性探索；推动红色记忆数字化永久留存；贴合短视频新媒体趋势，用年轻化语态拉近与青年群体的距离，让红色文化“活”起来。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8420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C000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52500" y="59436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价值总结：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以技术赋能红色教育，将“静态史料”转化为“动态体验”，构建线上线下融合的红色文化传播新生态，让历史可感、可知、可传。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预期成果与价值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000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C00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2603500" cy="508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032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0066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实地调研记录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6670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完成不少于</a:t>
            </a:r>
            <a:r>
              <a:rPr lang="en-US" sz="18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处淮海战役相关遗址的实地走访与详细记录，留存一手资料。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56000" y="1778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C00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556000" y="1778000"/>
            <a:ext cx="2603500" cy="508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6500" y="2032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191000" y="20066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口述历史采集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46500" y="26670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深度访谈亲历者及研究者，采集有效访谈素材不少于</a:t>
            </a:r>
            <a:r>
              <a:rPr lang="en-US" sz="18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份，抢救鲜活历史记忆。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937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C00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3937000"/>
            <a:ext cx="2603500" cy="508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191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1656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H5交互地图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8260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制作</a:t>
            </a:r>
            <a:r>
              <a:rPr lang="en-US" sz="18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套红色遗址交互地图，整合地理信息与历史故事，涵盖不少于</a:t>
            </a:r>
            <a:r>
              <a:rPr lang="en-US" sz="18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个核心节点。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556000" y="3937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C00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556000" y="3937000"/>
            <a:ext cx="2603500" cy="508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46500" y="41910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191000" y="41656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多元传播宣讲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746500" y="4826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产出系列短视频</a:t>
            </a:r>
            <a:r>
              <a:rPr lang="en-US" sz="16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3+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支，开展线下宣讲</a:t>
            </a:r>
            <a:r>
              <a:rPr lang="en-US" sz="16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2+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场，覆盖受众超百人，扩大红色文化影响力。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89889">
            <a:off x="4318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0000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731000" y="1778000"/>
            <a:ext cx="469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7310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5000" y="19685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620000" y="1930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赓续血脉：社会传播价值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10417">
            <a:off x="6985010" y="25336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6985000" y="26670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以青年喜闻乐见的H5、短视频等新媒体形式传播革命精神，让红色文化在新时代焕发新的生命力，增强社会感染力。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731000" y="3302000"/>
            <a:ext cx="469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731000" y="3302000"/>
            <a:ext cx="76200" cy="1333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85000" y="3492500"/>
            <a:ext cx="406400" cy="4064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620000" y="3454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知行合一：思政育人价值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10417">
            <a:off x="6985010" y="40576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6985000" y="41910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引导青年学子在追寻历史足迹中感悟初心使命，坚定理想信念，将爱国情、强国志、报国行融入社会实践全过程。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731000" y="4826000"/>
            <a:ext cx="469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6731000" y="4826000"/>
            <a:ext cx="76200" cy="1333500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85000" y="5016500"/>
            <a:ext cx="406400" cy="4064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7620000" y="4978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学用相长：专业提升价值</a:t>
            </a:r>
            <a:endParaRPr lang="en-US" sz="1100"/>
          </a:p>
        </p:txBody>
      </p:sp>
      <p:cxnSp>
        <p:nvCxnSpPr>
          <p:cNvPr id="42" name="Connector 42"/>
          <p:cNvCxnSpPr/>
          <p:nvPr/>
        </p:nvCxnSpPr>
        <p:spPr>
          <a:xfrm rot="-10417">
            <a:off x="6985010" y="55816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43"/>
          <p:cNvSpPr/>
          <p:nvPr/>
        </p:nvSpPr>
        <p:spPr>
          <a:xfrm>
            <a:off x="6985000" y="56896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将专业知识与红色文化传承相结合，通过实地调研、产品制作与传播实践，切实提升团队的综合专业能力与创新思维。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4064000"/>
            <a:ext cx="1270000" cy="25400"/>
          </a:xfrm>
          <a:prstGeom prst="roundRect">
            <a:avLst>
              <a:gd name="adj" fmla="val 0"/>
            </a:avLst>
          </a:prstGeom>
          <a:solidFill>
            <a:srgbClr val="DAA52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恳请各位评委老师批评指正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1715</Words>
  <Application>WPS 演示</Application>
  <PresentationFormat/>
  <Paragraphs>118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柴飞翔</cp:lastModifiedBy>
  <cp:revision>1</cp:revision>
  <dcterms:created xsi:type="dcterms:W3CDTF">2026-06-16T10:18:24Z</dcterms:created>
  <dcterms:modified xsi:type="dcterms:W3CDTF">2026-06-16T10:18:24Z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{"Label":"1","ContentProducer":"001191110102MACQD9K64010000","ProduceID":"7651934472530856940","ReservedCode1":"","ContentPropagator":"","PropagateID":"","ReservedCode2":""}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9179A05714D5484784EF738E8A1799D4_12</vt:lpwstr>
  </property>
</Properties>
</file>